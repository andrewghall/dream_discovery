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Jo Air Contact Centre - State of Play 2024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Performance has declined across all core KPIs for the second consecutive year.</a:t>
            </a:r>
          </a:p>
          <a:p/>
          <a:p>
            <a:r>
              <a:rPr sz="1400"/>
              <a:t>This presentation summarises the current state, root causes, and recommended programme.</a:t>
            </a:r>
          </a:p>
          <a:p>
            <a:r>
              <a:rPr sz="1400"/>
              <a:t>Audience: Senior Leadership Team | Date: Q3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Current Performance vs Target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FCR:             46%     Target: 65%   CRITICAL</a:t>
            </a:r>
          </a:p>
          <a:p>
            <a:r>
              <a:rPr sz="1400"/>
              <a:t>AHT:             7.6 min  Target: 5.5 min  CRITICAL</a:t>
            </a:r>
          </a:p>
          <a:p>
            <a:r>
              <a:rPr sz="1400"/>
              <a:t>CSAT:            2.9/5.0  Target: 4.0      CRITICAL</a:t>
            </a:r>
          </a:p>
          <a:p>
            <a:r>
              <a:rPr sz="1400"/>
              <a:t>Agent Attrition: 38%     Industry: 18%  CRITICAL</a:t>
            </a:r>
          </a:p>
          <a:p>
            <a:r>
              <a:rPr sz="1400"/>
              <a:t>Escalation Rate: 33%     Target: 15%    CRITICAL</a:t>
            </a:r>
          </a:p>
          <a:p>
            <a:r>
              <a:rPr sz="1400"/>
              <a:t>IVR Containment: 19%     Target: 45%    CRITICAL</a:t>
            </a:r>
          </a:p>
          <a:p/>
          <a:p>
            <a:r>
              <a:rPr sz="1400"/>
              <a:t>No single metric is on target.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Performance Is Declining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Agents use 8-11 separate systems per contact - no unified desktop</a:t>
            </a:r>
          </a:p>
          <a:p>
            <a:r>
              <a:rPr sz="1400"/>
              <a:t>2. Knowledge base has not been updated in 12 months</a:t>
            </a:r>
          </a:p>
          <a:p>
            <a:r>
              <a:rPr sz="1400"/>
              <a:t>3. Supervisor ratio degraded from 1:15 to 1:24 after headcount cuts</a:t>
            </a:r>
          </a:p>
          <a:p>
            <a:r>
              <a:rPr sz="1400"/>
              <a:t>4. Quality variance between BPO sites - 18 point gap Manila vs Dublin</a:t>
            </a:r>
          </a:p>
          <a:p>
            <a:r>
              <a:rPr sz="1400"/>
              <a:t>5. IVR redesign project stalled - customers defaulting to live contacts</a:t>
            </a:r>
          </a:p>
          <a:p>
            <a:r>
              <a:rPr sz="1400"/>
              <a:t>6. GDPR compliance training at 68% - 3 regulatory breaches in 18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Financial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Cost per contact: £8.40 (was £6.20 in 2022) - 35% increase</a:t>
            </a:r>
          </a:p>
          <a:p>
            <a:r>
              <a:rPr sz="1400"/>
              <a:t>Estimated annual cost of failure: £4.2M in excess handle time</a:t>
            </a:r>
          </a:p>
          <a:p>
            <a:r>
              <a:rPr sz="1400"/>
              <a:t>Disruption event Aug 2023: estimated £1.8M in reputational cost</a:t>
            </a:r>
          </a:p>
          <a:p>
            <a:r>
              <a:rPr sz="1400"/>
              <a:t>Customer churn attributable to service failure: approx 12,000 customers</a:t>
            </a:r>
          </a:p>
          <a:p/>
          <a:p>
            <a:r>
              <a:rPr sz="1400"/>
              <a:t>Total quantifiable cost of current state: £6M+ per annum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Recommended Programme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Track 1: Unified Agent Desktop - 18 month programme, £2.1M investment</a:t>
            </a:r>
          </a:p>
          <a:p>
            <a:r>
              <a:rPr sz="1400"/>
              <a:t>Track 2: BPO Quality Standardisation - 6 months, in-house delivery</a:t>
            </a:r>
          </a:p>
          <a:p>
            <a:r>
              <a:rPr sz="1400"/>
              <a:t>Track 3: IVR Self-Service Rebuild - 9 months, £0.8M investment</a:t>
            </a:r>
          </a:p>
          <a:p>
            <a:r>
              <a:rPr sz="1400"/>
              <a:t>Track 4: Supervisor Capability Restoration - 3 months, £0.4M</a:t>
            </a:r>
          </a:p>
          <a:p>
            <a:r>
              <a:rPr sz="1400"/>
              <a:t>Track 5: Compliance Remediation - 30 days, mandatory</a:t>
            </a:r>
          </a:p>
          <a:p/>
          <a:p>
            <a:r>
              <a:rPr sz="1400"/>
              <a:t>Total investment: £3.3M | Projected annual saving: £5.1M | ROI payback: 8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